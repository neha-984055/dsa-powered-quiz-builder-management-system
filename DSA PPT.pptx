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4" r:id="rId9"/>
    <p:sldId id="346" r:id="rId10"/>
    <p:sldId id="340" r:id="rId11"/>
    <p:sldId id="353" r:id="rId12"/>
    <p:sldId id="351" r:id="rId13"/>
    <p:sldId id="349" r:id="rId14"/>
    <p:sldId id="352" r:id="rId15"/>
    <p:sldId id="350" r:id="rId16"/>
    <p:sldId id="347" r:id="rId17"/>
    <p:sldId id="348" r:id="rId18"/>
    <p:sldId id="33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93" d="100"/>
          <a:sy n="93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Yadav" userId="59c1366c84d226e0" providerId="LiveId" clId="{A2C42480-90A7-4BB9-8DDA-357CBDFB56A3}"/>
    <pc:docChg chg="undo custSel addSld delSld modSld sldOrd">
      <pc:chgData name="Neha Yadav" userId="59c1366c84d226e0" providerId="LiveId" clId="{A2C42480-90A7-4BB9-8DDA-357CBDFB56A3}" dt="2026-03-11T16:26:35.821" v="1263" actId="20577"/>
      <pc:docMkLst>
        <pc:docMk/>
      </pc:docMkLst>
      <pc:sldChg chg="modSp mod">
        <pc:chgData name="Neha Yadav" userId="59c1366c84d226e0" providerId="LiveId" clId="{A2C42480-90A7-4BB9-8DDA-357CBDFB56A3}" dt="2026-03-11T12:30:41.965" v="1235" actId="20577"/>
        <pc:sldMkLst>
          <pc:docMk/>
          <pc:sldMk cId="1017016331" sldId="314"/>
        </pc:sldMkLst>
        <pc:spChg chg="mod">
          <ac:chgData name="Neha Yadav" userId="59c1366c84d226e0" providerId="LiveId" clId="{A2C42480-90A7-4BB9-8DDA-357CBDFB56A3}" dt="2026-03-11T12:30:41.965" v="1235" actId="20577"/>
          <ac:spMkLst>
            <pc:docMk/>
            <pc:sldMk cId="1017016331" sldId="314"/>
            <ac:spMk id="2" creationId="{3C500A09-BF95-A121-71A4-33FFE91ACA86}"/>
          </ac:spMkLst>
        </pc:spChg>
        <pc:spChg chg="mod">
          <ac:chgData name="Neha Yadav" userId="59c1366c84d226e0" providerId="LiveId" clId="{A2C42480-90A7-4BB9-8DDA-357CBDFB56A3}" dt="2026-03-11T12:11:41.199" v="1114" actId="20577"/>
          <ac:spMkLst>
            <pc:docMk/>
            <pc:sldMk cId="1017016331" sldId="314"/>
            <ac:spMk id="3" creationId="{7AEAE0CE-45A1-A1FF-31F4-66CECAEF3059}"/>
          </ac:spMkLst>
        </pc:spChg>
        <pc:spChg chg="mod">
          <ac:chgData name="Neha Yadav" userId="59c1366c84d226e0" providerId="LiveId" clId="{A2C42480-90A7-4BB9-8DDA-357CBDFB56A3}" dt="2026-03-11T12:11:50.107" v="1134" actId="20577"/>
          <ac:spMkLst>
            <pc:docMk/>
            <pc:sldMk cId="1017016331" sldId="314"/>
            <ac:spMk id="13" creationId="{3F9DE7D0-41AC-90DD-3065-235240261B1B}"/>
          </ac:spMkLst>
        </pc:spChg>
      </pc:sldChg>
      <pc:sldChg chg="addSp modSp mod">
        <pc:chgData name="Neha Yadav" userId="59c1366c84d226e0" providerId="LiveId" clId="{A2C42480-90A7-4BB9-8DDA-357CBDFB56A3}" dt="2026-03-11T12:12:19.648" v="1175" actId="20577"/>
        <pc:sldMkLst>
          <pc:docMk/>
          <pc:sldMk cId="2715783799" sldId="323"/>
        </pc:sldMkLst>
        <pc:spChg chg="mod">
          <ac:chgData name="Neha Yadav" userId="59c1366c84d226e0" providerId="LiveId" clId="{A2C42480-90A7-4BB9-8DDA-357CBDFB56A3}" dt="2026-03-11T12:12:19.648" v="1175" actId="20577"/>
          <ac:spMkLst>
            <pc:docMk/>
            <pc:sldMk cId="2715783799" sldId="323"/>
            <ac:spMk id="9" creationId="{0BAA4F36-AB00-F2C4-B47F-6381355DE604}"/>
          </ac:spMkLst>
        </pc:spChg>
        <pc:picChg chg="add mod">
          <ac:chgData name="Neha Yadav" userId="59c1366c84d226e0" providerId="LiveId" clId="{A2C42480-90A7-4BB9-8DDA-357CBDFB56A3}" dt="2026-03-09T05:23:10.639" v="1100" actId="1076"/>
          <ac:picMkLst>
            <pc:docMk/>
            <pc:sldMk cId="2715783799" sldId="323"/>
            <ac:picMk id="3" creationId="{DCAB9AE4-67D7-2338-C797-973D6B6B06EB}"/>
          </ac:picMkLst>
        </pc:picChg>
      </pc:sldChg>
      <pc:sldChg chg="addSp delSp modSp mod">
        <pc:chgData name="Neha Yadav" userId="59c1366c84d226e0" providerId="LiveId" clId="{A2C42480-90A7-4BB9-8DDA-357CBDFB56A3}" dt="2026-03-11T12:29:13.926" v="1181" actId="20577"/>
        <pc:sldMkLst>
          <pc:docMk/>
          <pc:sldMk cId="3431953712" sldId="340"/>
        </pc:sldMkLst>
        <pc:spChg chg="mod">
          <ac:chgData name="Neha Yadav" userId="59c1366c84d226e0" providerId="LiveId" clId="{A2C42480-90A7-4BB9-8DDA-357CBDFB56A3}" dt="2026-03-11T12:29:13.926" v="1181" actId="20577"/>
          <ac:spMkLst>
            <pc:docMk/>
            <pc:sldMk cId="3431953712" sldId="340"/>
            <ac:spMk id="2" creationId="{37323D68-D41B-9825-3931-B79590C795F8}"/>
          </ac:spMkLst>
        </pc:spChg>
        <pc:picChg chg="add mod">
          <ac:chgData name="Neha Yadav" userId="59c1366c84d226e0" providerId="LiveId" clId="{A2C42480-90A7-4BB9-8DDA-357CBDFB56A3}" dt="2026-03-09T05:18:45.767" v="1083" actId="1076"/>
          <ac:picMkLst>
            <pc:docMk/>
            <pc:sldMk cId="3431953712" sldId="340"/>
            <ac:picMk id="8" creationId="{D7460D8E-0894-B09A-0334-73826EA7DC2D}"/>
          </ac:picMkLst>
        </pc:picChg>
      </pc:sldChg>
      <pc:sldChg chg="modSp mod">
        <pc:chgData name="Neha Yadav" userId="59c1366c84d226e0" providerId="LiveId" clId="{A2C42480-90A7-4BB9-8DDA-357CBDFB56A3}" dt="2026-03-11T16:26:35.821" v="1263" actId="20577"/>
        <pc:sldMkLst>
          <pc:docMk/>
          <pc:sldMk cId="3489011149" sldId="342"/>
        </pc:sldMkLst>
        <pc:spChg chg="mod">
          <ac:chgData name="Neha Yadav" userId="59c1366c84d226e0" providerId="LiveId" clId="{A2C42480-90A7-4BB9-8DDA-357CBDFB56A3}" dt="2026-03-11T16:26:35.821" v="1263" actId="20577"/>
          <ac:spMkLst>
            <pc:docMk/>
            <pc:sldMk cId="3489011149" sldId="342"/>
            <ac:spMk id="9" creationId="{BB15296F-156D-BE47-727B-C34C7CDD40D4}"/>
          </ac:spMkLst>
        </pc:spChg>
      </pc:sldChg>
      <pc:sldChg chg="addSp modSp del mod">
        <pc:chgData name="Neha Yadav" userId="59c1366c84d226e0" providerId="LiveId" clId="{A2C42480-90A7-4BB9-8DDA-357CBDFB56A3}" dt="2026-03-11T12:29:03.568" v="1176" actId="47"/>
        <pc:sldMkLst>
          <pc:docMk/>
          <pc:sldMk cId="1906946512" sldId="345"/>
        </pc:sldMkLst>
      </pc:sldChg>
      <pc:sldChg chg="modSp mod">
        <pc:chgData name="Neha Yadav" userId="59c1366c84d226e0" providerId="LiveId" clId="{A2C42480-90A7-4BB9-8DDA-357CBDFB56A3}" dt="2026-03-09T04:50:49.644" v="518"/>
        <pc:sldMkLst>
          <pc:docMk/>
          <pc:sldMk cId="344365824" sldId="346"/>
        </pc:sldMkLst>
        <pc:spChg chg="mod">
          <ac:chgData name="Neha Yadav" userId="59c1366c84d226e0" providerId="LiveId" clId="{A2C42480-90A7-4BB9-8DDA-357CBDFB56A3}" dt="2026-03-09T04:50:49.644" v="518"/>
          <ac:spMkLst>
            <pc:docMk/>
            <pc:sldMk cId="344365824" sldId="346"/>
            <ac:spMk id="9" creationId="{6726AE93-69A8-DC85-DA45-05F4D66EF996}"/>
          </ac:spMkLst>
        </pc:spChg>
      </pc:sldChg>
      <pc:sldChg chg="modSp mod">
        <pc:chgData name="Neha Yadav" userId="59c1366c84d226e0" providerId="LiveId" clId="{A2C42480-90A7-4BB9-8DDA-357CBDFB56A3}" dt="2026-03-09T03:47:52.840" v="3" actId="20577"/>
        <pc:sldMkLst>
          <pc:docMk/>
          <pc:sldMk cId="2858912175" sldId="347"/>
        </pc:sldMkLst>
        <pc:spChg chg="mod">
          <ac:chgData name="Neha Yadav" userId="59c1366c84d226e0" providerId="LiveId" clId="{A2C42480-90A7-4BB9-8DDA-357CBDFB56A3}" dt="2026-03-09T03:47:52.840" v="3" actId="20577"/>
          <ac:spMkLst>
            <pc:docMk/>
            <pc:sldMk cId="2858912175" sldId="347"/>
            <ac:spMk id="9" creationId="{956E9376-CB4B-895B-7B5C-D2F5AAED7494}"/>
          </ac:spMkLst>
        </pc:spChg>
      </pc:sldChg>
      <pc:sldChg chg="addSp delSp modSp mod">
        <pc:chgData name="Neha Yadav" userId="59c1366c84d226e0" providerId="LiveId" clId="{A2C42480-90A7-4BB9-8DDA-357CBDFB56A3}" dt="2026-03-09T05:00:09.792" v="884" actId="1076"/>
        <pc:sldMkLst>
          <pc:docMk/>
          <pc:sldMk cId="2357471992" sldId="348"/>
        </pc:sldMkLst>
        <pc:picChg chg="add mod">
          <ac:chgData name="Neha Yadav" userId="59c1366c84d226e0" providerId="LiveId" clId="{A2C42480-90A7-4BB9-8DDA-357CBDFB56A3}" dt="2026-03-09T04:59:24.511" v="875" actId="1076"/>
          <ac:picMkLst>
            <pc:docMk/>
            <pc:sldMk cId="2357471992" sldId="348"/>
            <ac:picMk id="8" creationId="{30E1FF54-1CA8-325E-AC02-1C5F8210648E}"/>
          </ac:picMkLst>
        </pc:picChg>
        <pc:picChg chg="add mod">
          <ac:chgData name="Neha Yadav" userId="59c1366c84d226e0" providerId="LiveId" clId="{A2C42480-90A7-4BB9-8DDA-357CBDFB56A3}" dt="2026-03-09T05:00:09.792" v="884" actId="1076"/>
          <ac:picMkLst>
            <pc:docMk/>
            <pc:sldMk cId="2357471992" sldId="348"/>
            <ac:picMk id="10" creationId="{91DF1531-40E7-3CDE-AB2A-46D5D0129EDC}"/>
          </ac:picMkLst>
        </pc:picChg>
        <pc:picChg chg="add mod">
          <ac:chgData name="Neha Yadav" userId="59c1366c84d226e0" providerId="LiveId" clId="{A2C42480-90A7-4BB9-8DDA-357CBDFB56A3}" dt="2026-03-09T05:00:07.644" v="883" actId="1076"/>
          <ac:picMkLst>
            <pc:docMk/>
            <pc:sldMk cId="2357471992" sldId="348"/>
            <ac:picMk id="12" creationId="{44214B69-2828-D209-A773-036B2497FF75}"/>
          </ac:picMkLst>
        </pc:picChg>
      </pc:sldChg>
      <pc:sldChg chg="addSp modSp new mod ord">
        <pc:chgData name="Neha Yadav" userId="59c1366c84d226e0" providerId="LiveId" clId="{A2C42480-90A7-4BB9-8DDA-357CBDFB56A3}" dt="2026-03-09T05:19:27.372" v="1090" actId="14100"/>
        <pc:sldMkLst>
          <pc:docMk/>
          <pc:sldMk cId="1973278709" sldId="349"/>
        </pc:sldMkLst>
        <pc:picChg chg="add mod">
          <ac:chgData name="Neha Yadav" userId="59c1366c84d226e0" providerId="LiveId" clId="{A2C42480-90A7-4BB9-8DDA-357CBDFB56A3}" dt="2026-03-09T05:19:27.372" v="1090" actId="14100"/>
          <ac:picMkLst>
            <pc:docMk/>
            <pc:sldMk cId="1973278709" sldId="349"/>
            <ac:picMk id="5" creationId="{DDA6AC7E-7F4C-168D-D75F-490571BFD5E4}"/>
          </ac:picMkLst>
        </pc:picChg>
      </pc:sldChg>
      <pc:sldChg chg="addSp modSp new mod">
        <pc:chgData name="Neha Yadav" userId="59c1366c84d226e0" providerId="LiveId" clId="{A2C42480-90A7-4BB9-8DDA-357CBDFB56A3}" dt="2026-03-09T05:19:51.533" v="1096" actId="1076"/>
        <pc:sldMkLst>
          <pc:docMk/>
          <pc:sldMk cId="2450470769" sldId="350"/>
        </pc:sldMkLst>
        <pc:picChg chg="add mod">
          <ac:chgData name="Neha Yadav" userId="59c1366c84d226e0" providerId="LiveId" clId="{A2C42480-90A7-4BB9-8DDA-357CBDFB56A3}" dt="2026-03-09T05:19:51.533" v="1096" actId="1076"/>
          <ac:picMkLst>
            <pc:docMk/>
            <pc:sldMk cId="2450470769" sldId="350"/>
            <ac:picMk id="6" creationId="{96615172-8E24-DF25-7F03-54E872CD9297}"/>
          </ac:picMkLst>
        </pc:picChg>
      </pc:sldChg>
      <pc:sldChg chg="addSp modSp new mod ord">
        <pc:chgData name="Neha Yadav" userId="59c1366c84d226e0" providerId="LiveId" clId="{A2C42480-90A7-4BB9-8DDA-357CBDFB56A3}" dt="2026-03-09T05:19:21.657" v="1089" actId="1076"/>
        <pc:sldMkLst>
          <pc:docMk/>
          <pc:sldMk cId="1615692173" sldId="351"/>
        </pc:sldMkLst>
        <pc:picChg chg="add mod">
          <ac:chgData name="Neha Yadav" userId="59c1366c84d226e0" providerId="LiveId" clId="{A2C42480-90A7-4BB9-8DDA-357CBDFB56A3}" dt="2026-03-09T05:19:21.657" v="1089" actId="1076"/>
          <ac:picMkLst>
            <pc:docMk/>
            <pc:sldMk cId="1615692173" sldId="351"/>
            <ac:picMk id="5" creationId="{A0E6A844-39E9-9C29-C474-8891550D7CAF}"/>
          </ac:picMkLst>
        </pc:picChg>
      </pc:sldChg>
      <pc:sldChg chg="addSp delSp modSp new mod">
        <pc:chgData name="Neha Yadav" userId="59c1366c84d226e0" providerId="LiveId" clId="{A2C42480-90A7-4BB9-8DDA-357CBDFB56A3}" dt="2026-03-09T05:19:33.412" v="1091" actId="1076"/>
        <pc:sldMkLst>
          <pc:docMk/>
          <pc:sldMk cId="3466742259" sldId="352"/>
        </pc:sldMkLst>
        <pc:picChg chg="add mod">
          <ac:chgData name="Neha Yadav" userId="59c1366c84d226e0" providerId="LiveId" clId="{A2C42480-90A7-4BB9-8DDA-357CBDFB56A3}" dt="2026-03-09T05:19:33.412" v="1091" actId="1076"/>
          <ac:picMkLst>
            <pc:docMk/>
            <pc:sldMk cId="3466742259" sldId="352"/>
            <ac:picMk id="6" creationId="{FF3C9E13-9DB3-8588-221C-FCCA7553FB84}"/>
          </ac:picMkLst>
        </pc:picChg>
      </pc:sldChg>
      <pc:sldChg chg="addSp modSp new mod ord">
        <pc:chgData name="Neha Yadav" userId="59c1366c84d226e0" providerId="LiveId" clId="{A2C42480-90A7-4BB9-8DDA-357CBDFB56A3}" dt="2026-03-09T05:26:00.055" v="1112" actId="14100"/>
        <pc:sldMkLst>
          <pc:docMk/>
          <pc:sldMk cId="3994125883" sldId="353"/>
        </pc:sldMkLst>
        <pc:picChg chg="add mod">
          <ac:chgData name="Neha Yadav" userId="59c1366c84d226e0" providerId="LiveId" clId="{A2C42480-90A7-4BB9-8DDA-357CBDFB56A3}" dt="2026-03-09T05:26:00.055" v="1112" actId="14100"/>
          <ac:picMkLst>
            <pc:docMk/>
            <pc:sldMk cId="3994125883" sldId="353"/>
            <ac:picMk id="6" creationId="{EEA4F021-7EB3-546F-CA26-17FAFE01A3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DSA-POWERED QUIZ BUILDER &amp; MANAGEMENT  SYSTEM 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Bathula Neha</a:t>
            </a:r>
          </a:p>
          <a:p>
            <a:pPr marL="0" indent="0" algn="ctr">
              <a:buNone/>
            </a:pPr>
            <a:r>
              <a:rPr lang="en-US" sz="9600" dirty="0"/>
              <a:t>Student ID: 2520090013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Cluster:2</a:t>
            </a:r>
          </a:p>
          <a:p>
            <a:pPr marL="0" indent="0" algn="ctr">
              <a:buNone/>
            </a:pPr>
            <a:r>
              <a:rPr lang="en-US" sz="11200" dirty="0"/>
              <a:t>Section: 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242381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Sudhakar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Web-based quiz creation platform</a:t>
            </a:r>
          </a:p>
          <a:p>
            <a:r>
              <a:rPr dirty="0"/>
              <a:t> Allows teachers to create MCQ quizzes easily</a:t>
            </a:r>
          </a:p>
          <a:p>
            <a:r>
              <a:rPr dirty="0"/>
              <a:t> Built using</a:t>
            </a:r>
            <a:r>
              <a:rPr lang="en-US" dirty="0"/>
              <a:t> DSA(Java).</a:t>
            </a:r>
            <a:endParaRPr dirty="0"/>
          </a:p>
          <a:p>
            <a:r>
              <a:rPr dirty="0"/>
              <a:t> Supports automatic evaluation and score calculation</a:t>
            </a:r>
          </a:p>
          <a:p>
            <a:r>
              <a:rPr dirty="0"/>
              <a:t> Provides instant feedback and result reports</a:t>
            </a:r>
          </a:p>
          <a:p>
            <a:r>
              <a:rPr dirty="0"/>
              <a:t> Simple and user‑friendly interface for learners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AB9AE4-67D7-2338-C797-973D6B6B0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275" y="134630"/>
            <a:ext cx="3095850" cy="32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Traditional quizzes conducted manually</a:t>
            </a:r>
          </a:p>
          <a:p>
            <a:r>
              <a:rPr dirty="0"/>
              <a:t> Paper‑based exams require more time</a:t>
            </a:r>
          </a:p>
          <a:p>
            <a:r>
              <a:rPr dirty="0"/>
              <a:t> Manual evaluation may cause errors</a:t>
            </a:r>
          </a:p>
          <a:p>
            <a:r>
              <a:rPr dirty="0"/>
              <a:t> Difficult to manage large number of questions</a:t>
            </a:r>
          </a:p>
          <a:p>
            <a:r>
              <a:rPr dirty="0"/>
              <a:t> Limited instant feedback for students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Online quiz builder system</a:t>
            </a:r>
          </a:p>
          <a:p>
            <a:r>
              <a:rPr dirty="0"/>
              <a:t> Teachers can create and manage quizzes</a:t>
            </a:r>
          </a:p>
          <a:p>
            <a:r>
              <a:rPr dirty="0"/>
              <a:t> MCQ based question support</a:t>
            </a:r>
          </a:p>
          <a:p>
            <a:r>
              <a:rPr dirty="0"/>
              <a:t> Automatic evaluation after submission</a:t>
            </a:r>
          </a:p>
          <a:p>
            <a:r>
              <a:rPr dirty="0"/>
              <a:t> Instant score and feedback display</a:t>
            </a:r>
          </a:p>
          <a:p>
            <a:r>
              <a:rPr dirty="0"/>
              <a:t> Generates result report for users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•User Interface (</a:t>
            </a:r>
            <a:r>
              <a:rPr lang="en-US" dirty="0"/>
              <a:t>DSA</a:t>
            </a:r>
            <a:r>
              <a:rPr dirty="0"/>
              <a:t>)</a:t>
            </a:r>
          </a:p>
          <a:p>
            <a:r>
              <a:rPr dirty="0"/>
              <a:t> Application Logic </a:t>
            </a:r>
            <a:r>
              <a:t>(Jav</a:t>
            </a:r>
            <a:r>
              <a:rPr lang="en-US"/>
              <a:t>a</a:t>
            </a:r>
            <a:r>
              <a:t>)</a:t>
            </a:r>
            <a:endParaRPr dirty="0"/>
          </a:p>
          <a:p>
            <a:r>
              <a:rPr dirty="0"/>
              <a:t> Question Database (JSON/Local Storage)</a:t>
            </a:r>
          </a:p>
          <a:p>
            <a:r>
              <a:rPr dirty="0"/>
              <a:t> Quiz Engine for evaluation</a:t>
            </a:r>
          </a:p>
          <a:p>
            <a:r>
              <a:rPr dirty="0"/>
              <a:t> Result and feedback module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User Registration &amp; Login</a:t>
            </a:r>
          </a:p>
          <a:p>
            <a:r>
              <a:rPr dirty="0"/>
              <a:t> Quiz Creation Module</a:t>
            </a:r>
          </a:p>
          <a:p>
            <a:r>
              <a:rPr dirty="0"/>
              <a:t> Question Management</a:t>
            </a:r>
          </a:p>
          <a:p>
            <a:r>
              <a:rPr dirty="0"/>
              <a:t> MCQ Support System</a:t>
            </a:r>
          </a:p>
          <a:p>
            <a:r>
              <a:rPr dirty="0"/>
              <a:t> Quiz Attempt Interface</a:t>
            </a:r>
          </a:p>
          <a:p>
            <a:r>
              <a:rPr dirty="0"/>
              <a:t> Automatic Evaluation</a:t>
            </a:r>
          </a:p>
          <a:p>
            <a:r>
              <a:rPr dirty="0"/>
              <a:t> Result Report Generation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Develop an interactive quiz system</a:t>
            </a:r>
          </a:p>
          <a:p>
            <a:r>
              <a:rPr dirty="0"/>
              <a:t> Simplify quiz creation process</a:t>
            </a:r>
          </a:p>
          <a:p>
            <a:r>
              <a:rPr dirty="0"/>
              <a:t> Provide automatic score calculation</a:t>
            </a:r>
          </a:p>
          <a:p>
            <a:r>
              <a:rPr dirty="0"/>
              <a:t> Improve learning with instant feedback</a:t>
            </a:r>
          </a:p>
          <a:p>
            <a:r>
              <a:rPr dirty="0"/>
              <a:t> Provide user‑friendly web interface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IN" dirty="0"/>
              <a:t>Co1     </a:t>
            </a:r>
            <a:r>
              <a:rPr lang="en-US" dirty="0"/>
              <a:t>Understand the concepts of web-based application development and                             the architecture of an online quiz system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2.    Co2      </a:t>
            </a:r>
            <a:r>
              <a:rPr lang="en-US" dirty="0"/>
              <a:t>Design and develop a user interface using HTML, CSS, and JavaScript        for quiz creation and participation.</a:t>
            </a:r>
            <a:endParaRPr lang="en-IN" dirty="0"/>
          </a:p>
          <a:p>
            <a:pPr marL="914400" lvl="1" indent="-457200">
              <a:buAutoNum type="arabicPeriod" startAt="3"/>
            </a:pPr>
            <a:r>
              <a:rPr lang="en-IN" dirty="0"/>
              <a:t>Co3     </a:t>
            </a:r>
            <a:r>
              <a:rPr lang="en-US" dirty="0"/>
              <a:t>Implement functionalities for user registration, login authentication, and role management (admin/teacher and student).</a:t>
            </a:r>
            <a:r>
              <a:rPr lang="en-IN" dirty="0"/>
              <a:t> </a:t>
            </a:r>
          </a:p>
          <a:p>
            <a:pPr marL="914400" lvl="1" indent="-457200">
              <a:buAutoNum type="arabicPeriod" startAt="3"/>
            </a:pPr>
            <a:r>
              <a:rPr lang="en-IN" dirty="0"/>
              <a:t>Co4      </a:t>
            </a:r>
            <a:r>
              <a:rPr lang="en-US" dirty="0"/>
              <a:t>Develop modules to create, edit, and manage quizzes with multiple-choice questions and options.</a:t>
            </a:r>
          </a:p>
          <a:p>
            <a:pPr marL="914400" lvl="1" indent="-457200">
              <a:buAutoNum type="arabicPeriod" startAt="5"/>
            </a:pPr>
            <a:r>
              <a:rPr lang="en-IN" dirty="0"/>
              <a:t>Co5      </a:t>
            </a:r>
            <a:r>
              <a:rPr lang="en-US" dirty="0"/>
              <a:t>Implement automatic evaluation and result generation for quizzes with score calculation</a:t>
            </a:r>
          </a:p>
          <a:p>
            <a:pPr marL="914400" lvl="1" indent="-457200">
              <a:buAutoNum type="arabicPeriod" startAt="5"/>
            </a:pPr>
            <a:r>
              <a:rPr lang="en-US" dirty="0"/>
              <a:t>Co6     Analyze and display quiz performance and results, providing feedback to users through a dashboard or result page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60D8E-0894-B09A-0334-73826EA7D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071" y="1690688"/>
            <a:ext cx="7075868" cy="42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42E2E-2280-4CF7-C41A-8EC3C4A1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24753-59B6-5590-E0C0-448A57CB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A5CC8-F13B-C056-87D7-BB80E830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4F021-7EB3-546F-CA26-17FAFE01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99" y="733169"/>
            <a:ext cx="7266696" cy="493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4F820-D3DB-5BC9-B1B7-1719C4C9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7C8EA-C393-ECDA-DE39-340CF307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896B-775F-D663-7D9B-B97CD7E5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6A844-39E9-9C29-C474-8891550D7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672" y="1255331"/>
            <a:ext cx="7268656" cy="43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9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448AD-58D2-58B4-09EA-32BD8A93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BBC14-B000-E9D7-6B68-3C99ADAA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34EE9-953C-EBF6-1F1A-C0598576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6AC7E-7F4C-168D-D75F-490571BFD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31" y="967739"/>
            <a:ext cx="7069280" cy="419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8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3B6DA-5D6D-CA5E-C54B-D7EE9112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9880E-819B-5181-73E1-DD1636BF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FE53-F079-BFE5-8B83-F4EF2384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C9E13-9DB3-8588-221C-FCCA7553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71" y="1064656"/>
            <a:ext cx="6858485" cy="40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4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2CE92-B139-50A6-2919-88E2B526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873DF-E0BA-D5E2-FD4A-027D0A73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C1264-72C1-426E-3501-1F2DF8BB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15172-8E24-DF25-7F03-54E872CD9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42" y="815340"/>
            <a:ext cx="7436250" cy="44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7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Fundamental Quiz Builder simplifies online assessments</a:t>
            </a:r>
          </a:p>
          <a:p>
            <a:r>
              <a:rPr dirty="0"/>
              <a:t> Reduces manual evaluation effort</a:t>
            </a:r>
          </a:p>
          <a:p>
            <a:r>
              <a:rPr dirty="0"/>
              <a:t> Provides quick feedback to learners</a:t>
            </a:r>
          </a:p>
          <a:p>
            <a:r>
              <a:rPr dirty="0"/>
              <a:t> Easy to use and accessible web platform</a:t>
            </a:r>
          </a:p>
          <a:p>
            <a:r>
              <a:rPr dirty="0"/>
              <a:t> Can be enhanced with database and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1FF54-1CA8-325E-AC02-1C5F82106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37" y="1366131"/>
            <a:ext cx="3513551" cy="263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DF1531-40E7-3CDE-AB2A-46D5D0129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658" y="1503213"/>
            <a:ext cx="3571904" cy="2360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14B69-2828-D209-A773-036B2497F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88" y="3915633"/>
            <a:ext cx="3741123" cy="28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3808</TotalTime>
  <Words>504</Words>
  <Application>Microsoft Office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Custom Design</vt:lpstr>
      <vt:lpstr>Title: DSA-POWERED QUIZ BUILDER &amp; MANAGEMENT  SYSTEM 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DSA</vt:lpstr>
      <vt:lpstr>Screenshots for  DSA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Neha Yadav</cp:lastModifiedBy>
  <cp:revision>52</cp:revision>
  <dcterms:created xsi:type="dcterms:W3CDTF">2022-05-20T10:20:31Z</dcterms:created>
  <dcterms:modified xsi:type="dcterms:W3CDTF">2026-03-11T16:26:40Z</dcterms:modified>
</cp:coreProperties>
</file>